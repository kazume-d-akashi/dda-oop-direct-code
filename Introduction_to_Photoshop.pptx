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Photoshop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Adobe Photoshop is a powerful image editing software used by professionals and beginners for creating and enhancing images.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Photoshop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Developed by Thomas and John Knoll in 1987, Photoshop was later acquired by Adobe in 1988 and has become the industry standard.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Image editing tools</a:t>
            </a:r>
          </a:p>
          <a:p>
            <a:r>
              <a:t>2. Layers and masks</a:t>
            </a:r>
          </a:p>
          <a:p>
            <a:r>
              <a:t>3. Filters and effects</a:t>
            </a:r>
          </a:p>
          <a:p>
            <a:r>
              <a:t>4. Text and typography</a:t>
            </a:r>
          </a:p>
          <a:p>
            <a:r>
              <a:t>5. Digital painting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Uses of Photoshop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Photo editing</a:t>
            </a:r>
          </a:p>
          <a:p>
            <a:r>
              <a:t>• Graphic design</a:t>
            </a:r>
          </a:p>
          <a:p>
            <a:r>
              <a:t>• Web design</a:t>
            </a:r>
          </a:p>
          <a:p>
            <a:r>
              <a:t>• Digital art</a:t>
            </a:r>
          </a:p>
          <a:p>
            <a:r>
              <a:t>• Advertising and branding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Photoshop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Professional quality output</a:t>
            </a:r>
          </a:p>
          <a:p>
            <a:r>
              <a:t>• Versatile and powerful tools</a:t>
            </a:r>
          </a:p>
          <a:p>
            <a:r>
              <a:t>• Wide range of applications</a:t>
            </a:r>
          </a:p>
          <a:p>
            <a:r>
              <a:t>• Supports creativity and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Photoshop is a versatile and essential tool for creative professionals, providing endless possibilities for design and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